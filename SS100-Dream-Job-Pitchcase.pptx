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209" autoAdjust="0"/>
    <p:restoredTop sz="94660"/>
  </p:normalViewPr>
  <p:slideViewPr>
    <p:cSldViewPr snapToGrid="0">
      <p:cViewPr varScale="1">
        <p:scale>
          <a:sx n="79" d="100"/>
          <a:sy n="79" d="100"/>
        </p:scale>
        <p:origin x="88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C3AE21-CEB3-452C-8F75-FF17C0F88E88}" type="datetimeFigureOut">
              <a:rPr lang="en-US" smtClean="0"/>
              <a:t>21-Feb-26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8E5F6F-2805-4E02-8B3A-B13DA3D5D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684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E5F6F-2805-4E02-8B3A-B13DA3D5DDD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22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2693-7714-48FD-957C-8D9040563695}" type="datetimeFigureOut">
              <a:rPr lang="en-US" smtClean="0"/>
              <a:t>21-Feb-26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BE70F-DCB7-4775-BB8A-76831C093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663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2693-7714-48FD-957C-8D9040563695}" type="datetimeFigureOut">
              <a:rPr lang="en-US" smtClean="0"/>
              <a:t>21-Feb-26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BE70F-DCB7-4775-BB8A-76831C093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759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2693-7714-48FD-957C-8D9040563695}" type="datetimeFigureOut">
              <a:rPr lang="en-US" smtClean="0"/>
              <a:t>21-Feb-26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BE70F-DCB7-4775-BB8A-76831C093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197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2693-7714-48FD-957C-8D9040563695}" type="datetimeFigureOut">
              <a:rPr lang="en-US" smtClean="0"/>
              <a:t>21-Feb-26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BE70F-DCB7-4775-BB8A-76831C093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649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2693-7714-48FD-957C-8D9040563695}" type="datetimeFigureOut">
              <a:rPr lang="en-US" smtClean="0"/>
              <a:t>21-Feb-26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BE70F-DCB7-4775-BB8A-76831C093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543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2693-7714-48FD-957C-8D9040563695}" type="datetimeFigureOut">
              <a:rPr lang="en-US" smtClean="0"/>
              <a:t>21-Feb-26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BE70F-DCB7-4775-BB8A-76831C093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837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2693-7714-48FD-957C-8D9040563695}" type="datetimeFigureOut">
              <a:rPr lang="en-US" smtClean="0"/>
              <a:t>21-Feb-26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BE70F-DCB7-4775-BB8A-76831C093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280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2693-7714-48FD-957C-8D9040563695}" type="datetimeFigureOut">
              <a:rPr lang="en-US" smtClean="0"/>
              <a:t>21-Feb-26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BE70F-DCB7-4775-BB8A-76831C093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455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2693-7714-48FD-957C-8D9040563695}" type="datetimeFigureOut">
              <a:rPr lang="en-US" smtClean="0"/>
              <a:t>21-Feb-26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BE70F-DCB7-4775-BB8A-76831C093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553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2693-7714-48FD-957C-8D9040563695}" type="datetimeFigureOut">
              <a:rPr lang="en-US" smtClean="0"/>
              <a:t>21-Feb-26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BE70F-DCB7-4775-BB8A-76831C093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442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2693-7714-48FD-957C-8D9040563695}" type="datetimeFigureOut">
              <a:rPr lang="en-US" smtClean="0"/>
              <a:t>21-Feb-26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BE70F-DCB7-4775-BB8A-76831C093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5203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2693-7714-48FD-957C-8D9040563695}" type="datetimeFigureOut">
              <a:rPr lang="en-US" smtClean="0"/>
              <a:t>21-Feb-26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BE70F-DCB7-4775-BB8A-76831C0931C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193361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2693-7714-48FD-957C-8D9040563695}" type="datetimeFigureOut">
              <a:rPr lang="en-US" smtClean="0"/>
              <a:t>21-Feb-26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BE70F-DCB7-4775-BB8A-76831C093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110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2693-7714-48FD-957C-8D9040563695}" type="datetimeFigureOut">
              <a:rPr lang="en-US" smtClean="0"/>
              <a:t>21-Feb-26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BE70F-DCB7-4775-BB8A-76831C093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7475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2693-7714-48FD-957C-8D9040563695}" type="datetimeFigureOut">
              <a:rPr lang="en-US" smtClean="0"/>
              <a:t>21-Feb-26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BE70F-DCB7-4775-BB8A-76831C093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0569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2693-7714-48FD-957C-8D9040563695}" type="datetimeFigureOut">
              <a:rPr lang="en-US" smtClean="0"/>
              <a:t>21-Feb-26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BE70F-DCB7-4775-BB8A-76831C093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0646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2693-7714-48FD-957C-8D9040563695}" type="datetimeFigureOut">
              <a:rPr lang="en-US" smtClean="0"/>
              <a:t>21-Feb-26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BE70F-DCB7-4775-BB8A-76831C093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066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25A2693-7714-48FD-957C-8D9040563695}" type="datetimeFigureOut">
              <a:rPr lang="en-US" smtClean="0"/>
              <a:t>21-Feb-26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BE70F-DCB7-4775-BB8A-76831C093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76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21D71F-9CBD-589F-50C6-FD2ABDBFD926}"/>
              </a:ext>
            </a:extLst>
          </p:cNvPr>
          <p:cNvSpPr/>
          <p:nvPr/>
        </p:nvSpPr>
        <p:spPr>
          <a:xfrm>
            <a:off x="248717" y="357224"/>
            <a:ext cx="10212019" cy="72542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Algerian" panose="04020705040A02060702" pitchFamily="82" charset="0"/>
              </a:rPr>
              <a:t>Introduction </a:t>
            </a: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07970A6C-4BFF-0F59-2175-D031CA105627}"/>
              </a:ext>
            </a:extLst>
          </p:cNvPr>
          <p:cNvSpPr/>
          <p:nvPr/>
        </p:nvSpPr>
        <p:spPr>
          <a:xfrm>
            <a:off x="453542" y="1426464"/>
            <a:ext cx="4901184" cy="534010"/>
          </a:xfrm>
          <a:prstGeom prst="homePlat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 SemiBold" panose="020B0502040204020203" pitchFamily="34" charset="0"/>
                <a:cs typeface="Aparajita" panose="02020603050405020304" pitchFamily="18" charset="0"/>
              </a:rPr>
              <a:t>Why I’m the Perfect Fit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6E5E51-05AD-FFF4-E056-2F0A345A8781}"/>
              </a:ext>
            </a:extLst>
          </p:cNvPr>
          <p:cNvSpPr txBox="1"/>
          <p:nvPr/>
        </p:nvSpPr>
        <p:spPr>
          <a:xfrm>
            <a:off x="248717" y="2194560"/>
            <a:ext cx="11389766" cy="440120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arajita" panose="02020603050405020304" pitchFamily="18" charset="0"/>
                <a:cs typeface="Aparajita" panose="02020603050405020304" pitchFamily="18" charset="0"/>
              </a:rPr>
              <a:t>I’m Aspiring Data Analyst with strong interest in data interpretation and insights</a:t>
            </a:r>
          </a:p>
          <a:p>
            <a:pPr marL="285750" indent="-285750">
              <a:buFontTx/>
              <a:buChar char="-"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arajita" panose="02020603050405020304" pitchFamily="18" charset="0"/>
                <a:cs typeface="Aparajita" panose="02020603050405020304" pitchFamily="18" charset="0"/>
              </a:rPr>
              <a:t>I’m passionate about working with data to solve real-world problems</a:t>
            </a:r>
          </a:p>
          <a:p>
            <a:pPr marL="285750" indent="-285750">
              <a:buFontTx/>
              <a:buChar char="-"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arajita" panose="02020603050405020304" pitchFamily="18" charset="0"/>
                <a:cs typeface="Aparajita" panose="02020603050405020304" pitchFamily="18" charset="0"/>
              </a:rPr>
              <a:t>I have basic knowledge of SQL, Python, and data analysis concepts</a:t>
            </a:r>
          </a:p>
          <a:p>
            <a:pPr marL="285750" indent="-285750">
              <a:buFontTx/>
              <a:buChar char="-"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arajita" panose="02020603050405020304" pitchFamily="18" charset="0"/>
                <a:cs typeface="Aparajita" panose="02020603050405020304" pitchFamily="18" charset="0"/>
              </a:rPr>
              <a:t>I have ability to analyze data and identify patterns and trends</a:t>
            </a:r>
          </a:p>
          <a:p>
            <a:pPr marL="285750" indent="-285750">
              <a:buFontTx/>
              <a:buChar char="-"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arajita" panose="02020603050405020304" pitchFamily="18" charset="0"/>
                <a:cs typeface="Aparajita" panose="02020603050405020304" pitchFamily="18" charset="0"/>
              </a:rPr>
              <a:t>Strong logical thinking and analytical mindset </a:t>
            </a:r>
          </a:p>
          <a:p>
            <a:pPr marL="285750" indent="-285750">
              <a:buFontTx/>
              <a:buChar char="-"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arajita" panose="02020603050405020304" pitchFamily="18" charset="0"/>
                <a:cs typeface="Aparajita" panose="02020603050405020304" pitchFamily="18" charset="0"/>
              </a:rPr>
              <a:t>Quick learner with willingness to learn advanced data tools</a:t>
            </a:r>
          </a:p>
          <a:p>
            <a:pPr marL="285750" indent="-285750">
              <a:buFontTx/>
              <a:buChar char="-"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arajita" panose="02020603050405020304" pitchFamily="18" charset="0"/>
                <a:cs typeface="Aparajita" panose="02020603050405020304" pitchFamily="18" charset="0"/>
              </a:rPr>
              <a:t>Detail-oriented with focus on accuracy and quality </a:t>
            </a:r>
          </a:p>
          <a:p>
            <a:pPr marL="285750" indent="-285750">
              <a:buFontTx/>
              <a:buChar char="-"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arajita" panose="02020603050405020304" pitchFamily="18" charset="0"/>
                <a:cs typeface="Aparajita" panose="02020603050405020304" pitchFamily="18" charset="0"/>
              </a:rPr>
              <a:t>Good problem-solving and critical thinking skills</a:t>
            </a:r>
          </a:p>
          <a:p>
            <a:pPr marL="285750" indent="-285750">
              <a:buFontTx/>
              <a:buChar char="-"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arajita" panose="02020603050405020304" pitchFamily="18" charset="0"/>
                <a:cs typeface="Aparajita" panose="02020603050405020304" pitchFamily="18" charset="0"/>
              </a:rPr>
              <a:t>Ability to present findings clearly and effectively </a:t>
            </a:r>
          </a:p>
          <a:p>
            <a:pPr marL="285750" indent="-285750">
              <a:buFontTx/>
              <a:buChar char="-"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arajita" panose="02020603050405020304" pitchFamily="18" charset="0"/>
                <a:cs typeface="Aparajita" panose="02020603050405020304" pitchFamily="18" charset="0"/>
              </a:rPr>
              <a:t>Motivated to contribute to data-driven decision making </a:t>
            </a:r>
          </a:p>
        </p:txBody>
      </p:sp>
    </p:spTree>
    <p:extLst>
      <p:ext uri="{BB962C8B-B14F-4D97-AF65-F5344CB8AC3E}">
        <p14:creationId xmlns:p14="http://schemas.microsoft.com/office/powerpoint/2010/main" val="1392154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18A164-6A4B-3452-AE0A-EBEEB7FE26D6}"/>
              </a:ext>
            </a:extLst>
          </p:cNvPr>
          <p:cNvSpPr/>
          <p:nvPr/>
        </p:nvSpPr>
        <p:spPr>
          <a:xfrm>
            <a:off x="153619" y="446227"/>
            <a:ext cx="10307117" cy="66568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Algerian" panose="04020705040A02060702" pitchFamily="82" charset="0"/>
              </a:rPr>
              <a:t>Technical skills &amp; analytical Strength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055A0B-4F39-B4B3-73D1-A6732141CB02}"/>
              </a:ext>
            </a:extLst>
          </p:cNvPr>
          <p:cNvSpPr txBox="1"/>
          <p:nvPr/>
        </p:nvSpPr>
        <p:spPr>
          <a:xfrm>
            <a:off x="380390" y="1799540"/>
            <a:ext cx="11280038" cy="440120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arajita" panose="02020603050405020304" pitchFamily="18" charset="0"/>
                <a:cs typeface="Aparajita" panose="02020603050405020304" pitchFamily="18" charset="0"/>
              </a:rPr>
              <a:t>Basic knowledge of SQL for querying and managing databases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arajita" panose="02020603050405020304" pitchFamily="18" charset="0"/>
                <a:cs typeface="Aparajita" panose="02020603050405020304" pitchFamily="18" charset="0"/>
              </a:rPr>
              <a:t>Familiar with Python for data analysis 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arajita" panose="02020603050405020304" pitchFamily="18" charset="0"/>
                <a:cs typeface="Aparajita" panose="02020603050405020304" pitchFamily="18" charset="0"/>
              </a:rPr>
              <a:t>Understanding of Data Cleaning and Data Preprocessing 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arajita" panose="02020603050405020304" pitchFamily="18" charset="0"/>
                <a:cs typeface="Aparajita" panose="02020603050405020304" pitchFamily="18" charset="0"/>
              </a:rPr>
              <a:t>Knowledge of Excel (formulas, pivot tables, data sorting/filtering 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arajita" panose="02020603050405020304" pitchFamily="18" charset="0"/>
                <a:cs typeface="Aparajita" panose="02020603050405020304" pitchFamily="18" charset="0"/>
              </a:rPr>
              <a:t>Basic understanding of Data Visualization concepts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arajita" panose="02020603050405020304" pitchFamily="18" charset="0"/>
                <a:cs typeface="Aparajita" panose="02020603050405020304" pitchFamily="18" charset="0"/>
              </a:rPr>
              <a:t>Ability to interpret datasets and identify meaningful insights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arajita" panose="02020603050405020304" pitchFamily="18" charset="0"/>
                <a:cs typeface="Aparajita" panose="02020603050405020304" pitchFamily="18" charset="0"/>
              </a:rPr>
              <a:t>Strong analytical and logical thinking skills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arajita" panose="02020603050405020304" pitchFamily="18" charset="0"/>
                <a:cs typeface="Aparajita" panose="02020603050405020304" pitchFamily="18" charset="0"/>
              </a:rPr>
              <a:t>Attention to detail and accuracy in handling data </a:t>
            </a:r>
          </a:p>
          <a:p>
            <a:endParaRPr 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arajita" panose="02020603050405020304" pitchFamily="18" charset="0"/>
                <a:cs typeface="Aparajita" panose="02020603050405020304" pitchFamily="18" charset="0"/>
              </a:rPr>
              <a:t>Core Strength – Turning raw data into meaningful insights. </a:t>
            </a:r>
          </a:p>
        </p:txBody>
      </p:sp>
    </p:spTree>
    <p:extLst>
      <p:ext uri="{BB962C8B-B14F-4D97-AF65-F5344CB8AC3E}">
        <p14:creationId xmlns:p14="http://schemas.microsoft.com/office/powerpoint/2010/main" val="3436612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4EB8FC-251D-2AA6-372E-5F6A7C2DE5A5}"/>
              </a:ext>
            </a:extLst>
          </p:cNvPr>
          <p:cNvSpPr/>
          <p:nvPr/>
        </p:nvSpPr>
        <p:spPr>
          <a:xfrm>
            <a:off x="241402" y="329183"/>
            <a:ext cx="10197389" cy="98947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Algerian" panose="04020705040A02060702" pitchFamily="82" charset="0"/>
              </a:rPr>
              <a:t>How I can add Value to the company as a fresher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BE2AE-48B9-4B29-74E1-6C1277892B15}"/>
              </a:ext>
            </a:extLst>
          </p:cNvPr>
          <p:cNvSpPr txBox="1"/>
          <p:nvPr/>
        </p:nvSpPr>
        <p:spPr>
          <a:xfrm>
            <a:off x="117043" y="1792453"/>
            <a:ext cx="5752186" cy="224676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Strong Foundation in Data Analysis </a:t>
            </a:r>
          </a:p>
          <a:p>
            <a:endParaRPr lang="en-US" sz="20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I understand the basics of data cleaning and analysis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I can work with Excel, SQL, and basic Python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I know how to organize and interpret data properly</a:t>
            </a:r>
          </a:p>
          <a:p>
            <a:endParaRPr lang="en-US" sz="2000" dirty="0">
              <a:solidFill>
                <a:schemeClr val="bg1"/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Simple Line: “I may be a fresher, but I have strong Fundamentals.”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B5C01C-609D-E5D0-0FDD-FD4CB36CCBF8}"/>
              </a:ext>
            </a:extLst>
          </p:cNvPr>
          <p:cNvSpPr txBox="1"/>
          <p:nvPr/>
        </p:nvSpPr>
        <p:spPr>
          <a:xfrm>
            <a:off x="3167224" y="4482236"/>
            <a:ext cx="5752186" cy="193899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Support Team with Accurate Reporting</a:t>
            </a:r>
          </a:p>
          <a:p>
            <a:pPr algn="ctr"/>
            <a:endParaRPr lang="en-US" sz="2000" dirty="0">
              <a:solidFill>
                <a:schemeClr val="bg1"/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Prepare daily/weekly reports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Create basic dashboards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Assist senior analysts with data preparation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Maintain clean and organized datasets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CD21E7-61E6-E8CC-02E5-D981C58C47C9}"/>
              </a:ext>
            </a:extLst>
          </p:cNvPr>
          <p:cNvSpPr txBox="1"/>
          <p:nvPr/>
        </p:nvSpPr>
        <p:spPr>
          <a:xfrm>
            <a:off x="6096000" y="1792453"/>
            <a:ext cx="5646821" cy="221599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Quick Learner &amp; Adaptable</a:t>
            </a:r>
          </a:p>
          <a:p>
            <a:pPr algn="ctr"/>
            <a:endParaRPr lang="en-US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pPr marL="342900" indent="-342900"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I am comfortable learning new tools and systems</a:t>
            </a:r>
          </a:p>
          <a:p>
            <a:pPr marL="342900" indent="-342900"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I can quickly adapt to company processes</a:t>
            </a:r>
          </a:p>
          <a:p>
            <a:pPr marL="342900" indent="-342900"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I am open to feedback and improvement</a:t>
            </a:r>
          </a:p>
          <a:p>
            <a:r>
              <a:rPr lang="en-US" sz="2000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Example: During my academic projects, I learned new tools in a short time to complete tasks successfully.</a:t>
            </a:r>
          </a:p>
        </p:txBody>
      </p:sp>
    </p:spTree>
    <p:extLst>
      <p:ext uri="{BB962C8B-B14F-4D97-AF65-F5344CB8AC3E}">
        <p14:creationId xmlns:p14="http://schemas.microsoft.com/office/powerpoint/2010/main" val="18535770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169</TotalTime>
  <Words>304</Words>
  <Application>Microsoft Office PowerPoint</Application>
  <PresentationFormat>Widescreen</PresentationFormat>
  <Paragraphs>44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Algerian</vt:lpstr>
      <vt:lpstr>Aparajita</vt:lpstr>
      <vt:lpstr>Bahnschrift SemiBold</vt:lpstr>
      <vt:lpstr>Calibri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Ayush Singh</dc:creator>
  <cp:lastModifiedBy>Ayush Singh</cp:lastModifiedBy>
  <cp:revision>1</cp:revision>
  <dcterms:created xsi:type="dcterms:W3CDTF">2026-02-21T13:52:12Z</dcterms:created>
  <dcterms:modified xsi:type="dcterms:W3CDTF">2026-02-21T16:41:46Z</dcterms:modified>
</cp:coreProperties>
</file>